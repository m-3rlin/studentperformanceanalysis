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sa McGarry" userId="8421fe9734d2ab63" providerId="LiveId" clId="{671C1C00-6090-4ECF-A5E1-F184CA4224DA}"/>
    <pc:docChg chg="custSel addSld modSld">
      <pc:chgData name="Teresa McGarry" userId="8421fe9734d2ab63" providerId="LiveId" clId="{671C1C00-6090-4ECF-A5E1-F184CA4224DA}" dt="2025-11-26T11:53:50.147" v="24" actId="1076"/>
      <pc:docMkLst>
        <pc:docMk/>
      </pc:docMkLst>
      <pc:sldChg chg="modSp mod">
        <pc:chgData name="Teresa McGarry" userId="8421fe9734d2ab63" providerId="LiveId" clId="{671C1C00-6090-4ECF-A5E1-F184CA4224DA}" dt="2025-11-21T14:02:53.924" v="4" actId="6549"/>
        <pc:sldMkLst>
          <pc:docMk/>
          <pc:sldMk cId="2098570773" sldId="257"/>
        </pc:sldMkLst>
        <pc:graphicFrameChg chg="modGraphic">
          <ac:chgData name="Teresa McGarry" userId="8421fe9734d2ab63" providerId="LiveId" clId="{671C1C00-6090-4ECF-A5E1-F184CA4224DA}" dt="2025-11-21T14:02:53.924" v="4" actId="6549"/>
          <ac:graphicFrameMkLst>
            <pc:docMk/>
            <pc:sldMk cId="2098570773" sldId="257"/>
            <ac:graphicFrameMk id="6" creationId="{5D42E79E-EBAC-DFCA-C8A4-6C3F0BDCDAD8}"/>
          </ac:graphicFrameMkLst>
        </pc:graphicFrameChg>
      </pc:sldChg>
      <pc:sldChg chg="addSp delSp modSp new mod">
        <pc:chgData name="Teresa McGarry" userId="8421fe9734d2ab63" providerId="LiveId" clId="{671C1C00-6090-4ECF-A5E1-F184CA4224DA}" dt="2025-11-26T11:52:47.561" v="16" actId="1076"/>
        <pc:sldMkLst>
          <pc:docMk/>
          <pc:sldMk cId="2341006907" sldId="260"/>
        </pc:sldMkLst>
        <pc:picChg chg="add del mod">
          <ac:chgData name="Teresa McGarry" userId="8421fe9734d2ab63" providerId="LiveId" clId="{671C1C00-6090-4ECF-A5E1-F184CA4224DA}" dt="2025-11-26T11:52:29.792" v="11" actId="478"/>
          <ac:picMkLst>
            <pc:docMk/>
            <pc:sldMk cId="2341006907" sldId="260"/>
            <ac:picMk id="4" creationId="{16F1F2D2-79A4-740F-BE8C-B24326E30A72}"/>
          </ac:picMkLst>
        </pc:picChg>
        <pc:picChg chg="add mod">
          <ac:chgData name="Teresa McGarry" userId="8421fe9734d2ab63" providerId="LiveId" clId="{671C1C00-6090-4ECF-A5E1-F184CA4224DA}" dt="2025-11-26T11:52:47.561" v="16" actId="1076"/>
          <ac:picMkLst>
            <pc:docMk/>
            <pc:sldMk cId="2341006907" sldId="260"/>
            <ac:picMk id="6" creationId="{FBD5CFC0-432B-1351-D9A2-38C0E29A7F3F}"/>
          </ac:picMkLst>
        </pc:picChg>
      </pc:sldChg>
      <pc:sldChg chg="addSp delSp modSp add mod">
        <pc:chgData name="Teresa McGarry" userId="8421fe9734d2ab63" providerId="LiveId" clId="{671C1C00-6090-4ECF-A5E1-F184CA4224DA}" dt="2025-11-26T11:53:50.147" v="24" actId="1076"/>
        <pc:sldMkLst>
          <pc:docMk/>
          <pc:sldMk cId="2779606856" sldId="261"/>
        </pc:sldMkLst>
        <pc:picChg chg="add mod">
          <ac:chgData name="Teresa McGarry" userId="8421fe9734d2ab63" providerId="LiveId" clId="{671C1C00-6090-4ECF-A5E1-F184CA4224DA}" dt="2025-11-26T11:53:50.147" v="24" actId="1076"/>
          <ac:picMkLst>
            <pc:docMk/>
            <pc:sldMk cId="2779606856" sldId="261"/>
            <ac:picMk id="4" creationId="{9CDD416C-F564-65D8-4DF6-9F93FF7BC57C}"/>
          </ac:picMkLst>
        </pc:picChg>
        <pc:picChg chg="del">
          <ac:chgData name="Teresa McGarry" userId="8421fe9734d2ab63" providerId="LiveId" clId="{671C1C00-6090-4ECF-A5E1-F184CA4224DA}" dt="2025-11-26T11:53:15.960" v="18" actId="478"/>
          <ac:picMkLst>
            <pc:docMk/>
            <pc:sldMk cId="2779606856" sldId="261"/>
            <ac:picMk id="6" creationId="{C3328B8E-D40F-D2C0-C380-F1A372614C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C160-4221-C7BC-6495-8CCD42EC7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20A42-2885-340C-1AB7-9B4462527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3A3AA-9D45-BC9B-4F53-4FFDFF6A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4E25-7063-7D45-0D84-102A0721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4D7E-6FF5-AFA5-A6F5-ACCFB611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3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8F06-2B17-703D-9BF3-306D40D7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3F13-BBB1-C010-5CE2-CD0B645A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30135-A3FD-F1E4-4844-DC606450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3EFE6-6C7D-B6D9-86F7-48A58E90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55F11-99C2-6C07-293D-571EAE3E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37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D5C0-1383-BF6E-6AA2-12E89A17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80A08-8CDC-A41E-4C2C-AFB49D6E9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BE38-C396-AB61-D327-90A48C65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79F17-9B62-6FDE-D348-7DE81473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D0FF-5208-B834-CD89-882FE2FF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96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F4D2-469D-01BA-7D9A-445533B7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1D35-D23E-018A-07FB-E238E285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FA87B-ECDA-7B97-69DF-35977D7C3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ED803-4753-25D7-618A-98A3AE81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D157-C408-E6DF-3944-555E4DF6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7F08C-DFA1-4415-F369-5D30E06D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37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3CEB-0318-4DD4-03ED-34E2590C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3C6A5-3339-7DF2-8BE6-77C4ABAA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25088-3E0F-A6A0-ADA7-744ACA83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4866C-0AAD-249A-82D1-076AC1239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42F9B-C23B-282A-0A82-90C6DB3DF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ADE0B-806F-188E-392E-257FDCEC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107AF-2300-1BA0-6D6A-7939245C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96192-F29E-B0F3-A3A5-764F1522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49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AC43-0C2D-977A-34FC-CF5FFE40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17561-FE0E-46FC-3566-38F162CDD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93DCA-BF94-AC1D-B6D1-0A243EB2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8EE70-2FBE-312C-5B23-B76AA7EA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70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A1FB8-297E-71CA-DF55-A3B06A9A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78A36-59E5-9A71-BE41-8047DE0B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6D17E-08C4-6569-84F0-3E8D5DF9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67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AB9-6BE7-9A61-5FE7-3FB865E6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7658-B2EB-EB81-EFFA-A9FD055C7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C89B6-BECE-AF4B-1357-5B38579B6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9417C-9C7A-FEB9-0F7D-F0084C58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7447B-06CF-CC49-8DF4-55CB3BEB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E210D-1348-3CD5-DE0E-FC6787B9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2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FEC0-60ED-05BD-1C78-5B60FCD8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F0113-010F-3560-C481-D448336E9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7BFF5-485F-38CB-498B-586027140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0DD8A-37F6-B3F8-D8CE-2ABFE47F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ED82F-858A-60DF-FCEB-919E9D9A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68AE1-932A-3571-FA47-FDF58FF9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35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D838-93F6-0C34-B023-4C555B2F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FA914-B6B7-3845-F946-E345B0B6D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F1C66-A3CC-6B12-E128-CC1B8AD3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BCEBB-2970-DFC5-FDA4-BB7F54B7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1A6C1-5C02-01FD-0F75-37520431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91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C6AD6-55BD-12F0-B00E-080C50FAE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619B2-E118-109E-C475-49EBB8E24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493D5-2D45-F3E3-6FE1-41DD347B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E2B3-0402-2783-9BEB-04716DB5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8B9D-B2E8-372E-61D1-126B7526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15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ED5B5-9A6D-6C9B-E4DC-7706CBC4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46E67-7F97-55D7-695B-AAAB5BCCC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E05C5-12B0-A767-E152-ADF1C90A8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36444-7A09-4192-853C-EC7884D7565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FFE8A-785A-3356-9A43-91F59A181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AD6A6-5324-D6BF-683A-39FB98F22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C126-A6AF-4298-93C7-0D1577B9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435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lizabrand/school-performance-analysis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6892-8DE0-CF34-D430-5A7B1824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School Performance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F1710-213A-A679-30B9-6EE2763E96B1}"/>
              </a:ext>
            </a:extLst>
          </p:cNvPr>
          <p:cNvSpPr txBox="1"/>
          <p:nvPr/>
        </p:nvSpPr>
        <p:spPr>
          <a:xfrm>
            <a:off x="838200" y="180459"/>
            <a:ext cx="868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sng" dirty="0">
                <a:solidFill>
                  <a:srgbClr val="0B57D0"/>
                </a:solidFill>
                <a:effectLst/>
                <a:latin typeface="Google Sans"/>
                <a:hlinkClick r:id="rId2"/>
              </a:rPr>
              <a:t>https://www.kaggle.com/datasets/alizabrand/school-performance-analysis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42E79E-EBAC-DFCA-C8A4-6C3F0BDCD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268187"/>
              </p:ext>
            </p:extLst>
          </p:nvPr>
        </p:nvGraphicFramePr>
        <p:xfrm>
          <a:off x="960283" y="1317062"/>
          <a:ext cx="10769601" cy="4862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214">
                  <a:extLst>
                    <a:ext uri="{9D8B030D-6E8A-4147-A177-3AD203B41FA5}">
                      <a16:colId xmlns:a16="http://schemas.microsoft.com/office/drawing/2014/main" val="1953411565"/>
                    </a:ext>
                  </a:extLst>
                </a:gridCol>
                <a:gridCol w="8652387">
                  <a:extLst>
                    <a:ext uri="{9D8B030D-6E8A-4147-A177-3AD203B41FA5}">
                      <a16:colId xmlns:a16="http://schemas.microsoft.com/office/drawing/2014/main" val="529088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8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Why choose dataset?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Relatable. Helps improve education for 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685901"/>
                  </a:ext>
                </a:extLst>
              </a:tr>
              <a:tr h="195958">
                <a:tc>
                  <a:txBody>
                    <a:bodyPr/>
                    <a:lstStyle/>
                    <a:p>
                      <a:r>
                        <a:rPr lang="en-GB" sz="1200" dirty="0"/>
                        <a:t>1000 x 8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Gender - 2</a:t>
                      </a:r>
                    </a:p>
                    <a:p>
                      <a:r>
                        <a:rPr lang="en-GB" sz="1200" dirty="0"/>
                        <a:t>Race/Ethnicity - 5</a:t>
                      </a:r>
                    </a:p>
                    <a:p>
                      <a:r>
                        <a:rPr lang="en-GB" sz="1200" dirty="0"/>
                        <a:t>Parents highest level of education - 6</a:t>
                      </a:r>
                    </a:p>
                    <a:p>
                      <a:r>
                        <a:rPr lang="en-GB" sz="1200" dirty="0"/>
                        <a:t>Lunch type(proxy for wealth) - 2</a:t>
                      </a:r>
                    </a:p>
                    <a:p>
                      <a:r>
                        <a:rPr lang="en-GB" sz="1200" dirty="0"/>
                        <a:t>Test preparation - 2</a:t>
                      </a:r>
                    </a:p>
                    <a:p>
                      <a:r>
                        <a:rPr lang="en-GB" sz="1200" dirty="0"/>
                        <a:t>Maths – continuous numerical</a:t>
                      </a:r>
                    </a:p>
                    <a:p>
                      <a:r>
                        <a:rPr lang="en-GB" sz="1200" dirty="0"/>
                        <a:t>Reading – continuous numerical</a:t>
                      </a:r>
                    </a:p>
                    <a:p>
                      <a:r>
                        <a:rPr lang="en-GB" sz="1200" dirty="0"/>
                        <a:t>English – continuous numerical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5931"/>
                  </a:ext>
                </a:extLst>
              </a:tr>
              <a:tr h="280352">
                <a:tc>
                  <a:txBody>
                    <a:bodyPr/>
                    <a:lstStyle/>
                    <a:p>
                      <a:r>
                        <a:rPr lang="en-GB" sz="1200" b="1" dirty="0"/>
                        <a:t>Big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 What is the biggest predictor on education performance in terms of Maths, Reading and 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55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Eyeball the data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Check the distribution of each variable. Charting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Missing data review.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Duplicates – review and removal.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Outliers (check if abnormal scores on all 3 subjects) - Boxplots.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Standardise formats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Check data types. Convert categorical variables to numerical variables (5)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Band scores for Maths, Reading and English – use same banding for each subject (convert to numeric) / create new variables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Descriptive statistics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Identify correlation analysis (full correlation of all variables)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Build a predictive Model – improve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Create dashboard/visualizations</a:t>
                      </a:r>
                      <a:r>
                        <a:rPr lang="en-GB" sz="1200"/>
                        <a:t>/ PowerPoint / Personas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83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57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0104-5876-CB04-6BA4-508ED027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9C32D-99CA-D088-76FD-74C035B70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0978"/>
            <a:ext cx="10636045" cy="10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6B7E-0F10-22CB-60DB-06E643D0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3427A-DB30-03A2-C99D-9C9716111440}"/>
              </a:ext>
            </a:extLst>
          </p:cNvPr>
          <p:cNvSpPr txBox="1"/>
          <p:nvPr/>
        </p:nvSpPr>
        <p:spPr>
          <a:xfrm>
            <a:off x="838200" y="1690688"/>
            <a:ext cx="6653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will we move to next steps – divvy up the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38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D13B-97BA-C78F-3C3B-D1EB80A3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FBD5CFC0-432B-1351-D9A2-38C0E29A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45409"/>
            <a:ext cx="6504573" cy="50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0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D523-8B00-829B-C809-E5EF2CA2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91B1-DEDF-6BA2-295A-9A8FBACE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 descr="A graph of a heatmap&#10;&#10;AI-generated content may be incorrect.">
            <a:extLst>
              <a:ext uri="{FF2B5EF4-FFF2-40B4-BE49-F238E27FC236}">
                <a16:creationId xmlns:a16="http://schemas.microsoft.com/office/drawing/2014/main" id="{9CDD416C-F564-65D8-4DF6-9F93FF7BC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420" y="2202426"/>
            <a:ext cx="5270777" cy="442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0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206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Google Sans</vt:lpstr>
      <vt:lpstr>Office Theme</vt:lpstr>
      <vt:lpstr>School Performance Analysis</vt:lpstr>
      <vt:lpstr>PowerPoint Presentation</vt:lpstr>
      <vt:lpstr>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McGarry</dc:creator>
  <cp:lastModifiedBy>Teresa McGarry</cp:lastModifiedBy>
  <cp:revision>2</cp:revision>
  <dcterms:created xsi:type="dcterms:W3CDTF">2025-11-21T13:21:10Z</dcterms:created>
  <dcterms:modified xsi:type="dcterms:W3CDTF">2025-11-26T11:53:51Z</dcterms:modified>
</cp:coreProperties>
</file>